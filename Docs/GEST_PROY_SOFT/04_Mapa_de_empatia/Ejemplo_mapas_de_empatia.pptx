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embeddedFontLst>
    <p:embeddedFont>
      <p:font typeface="Google Sans" panose="020B0603030502040204" pitchFamily="34" charset="0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  <a:defRPr lang="es-ES"/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3265" autoAdjust="0"/>
  </p:normalViewPr>
  <p:slideViewPr>
    <p:cSldViewPr snapToGrid="0">
      <p:cViewPr varScale="1">
        <p:scale>
          <a:sx n="159" d="100"/>
          <a:sy n="159" d="100"/>
        </p:scale>
        <p:origin x="1816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rtl="0"/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c8af11e8b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c8af11e8b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c8af11e8b6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c8af11e8b6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rtlCol="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 rtl="0"/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 rtl="0"/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 rtl="0"/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rtl="0"/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rtl="0"/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rtl="0"/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rtl="0"/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rtl="0"/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rtl="0"/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rtlCol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 rtl="0"/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rtl="0"/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 rtl="0"/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rtlCol="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 rtl="0"/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pPr rtl="0"/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rtl="0"/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rtl="0"/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rtlCol="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pPr rtl="0"/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rtl="0"/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athy Map Template">
  <p:cSld name="CUSTOM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2244588" y="244338"/>
            <a:ext cx="2259000" cy="2259000"/>
          </a:xfrm>
          <a:prstGeom prst="rect">
            <a:avLst/>
          </a:prstGeom>
          <a:noFill/>
          <a:ln w="28575" cap="flat" cmpd="sng">
            <a:solidFill>
              <a:srgbClr val="4185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rgbClr val="1967D2"/>
                </a:solidFill>
                <a:latin typeface="Google Sans"/>
                <a:ea typeface="Google Sans"/>
                <a:cs typeface="Google Sans"/>
                <a:sym typeface="Google Sans"/>
              </a:rPr>
              <a:t>SAYS</a:t>
            </a:r>
            <a:endParaRPr sz="1600" b="1">
              <a:solidFill>
                <a:srgbClr val="1967D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4640401" y="244338"/>
            <a:ext cx="2259000" cy="2259000"/>
          </a:xfrm>
          <a:prstGeom prst="rect">
            <a:avLst/>
          </a:prstGeom>
          <a:noFill/>
          <a:ln w="28575" cap="flat" cmpd="sng">
            <a:solidFill>
              <a:srgbClr val="E943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rPr>
              <a:t>THINKS</a:t>
            </a:r>
            <a:endParaRPr sz="1600" b="1">
              <a:solidFill>
                <a:srgbClr val="C522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E6268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185F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3" name="Google Shape;53;p13"/>
          <p:cNvSpPr/>
          <p:nvPr/>
        </p:nvSpPr>
        <p:spPr>
          <a:xfrm>
            <a:off x="4640401" y="2640151"/>
            <a:ext cx="2259000" cy="2259000"/>
          </a:xfrm>
          <a:prstGeom prst="rect">
            <a:avLst/>
          </a:prstGeom>
          <a:noFill/>
          <a:ln w="28575" cap="flat" cmpd="sng">
            <a:solidFill>
              <a:srgbClr val="FABC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rgbClr val="EA8600"/>
                </a:solidFill>
                <a:latin typeface="Google Sans"/>
                <a:ea typeface="Google Sans"/>
                <a:cs typeface="Google Sans"/>
                <a:sym typeface="Google Sans"/>
              </a:rPr>
              <a:t>FEELS</a:t>
            </a:r>
            <a:endParaRPr sz="1600" b="1">
              <a:solidFill>
                <a:srgbClr val="EA86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E6268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E62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4" name="Google Shape;54;p13"/>
          <p:cNvSpPr/>
          <p:nvPr/>
        </p:nvSpPr>
        <p:spPr>
          <a:xfrm>
            <a:off x="2244588" y="2640151"/>
            <a:ext cx="2259000" cy="2259000"/>
          </a:xfrm>
          <a:prstGeom prst="rect">
            <a:avLst/>
          </a:prstGeom>
          <a:noFill/>
          <a:ln w="28575" cap="flat" cmpd="sng">
            <a:solidFill>
              <a:srgbClr val="33A8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rgbClr val="178037"/>
                </a:solidFill>
                <a:latin typeface="Google Sans"/>
                <a:ea typeface="Google Sans"/>
                <a:cs typeface="Google Sans"/>
                <a:sym typeface="Google Sans"/>
              </a:rPr>
              <a:t>DOES</a:t>
            </a:r>
            <a:endParaRPr sz="1600" b="1">
              <a:solidFill>
                <a:srgbClr val="178037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185F4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185F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2284843" y="715056"/>
            <a:ext cx="21666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E62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290739" y="3142647"/>
            <a:ext cx="2166600" cy="16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E62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2337875" y="565350"/>
            <a:ext cx="2034600" cy="17784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●"/>
              <a:defRPr sz="1200"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○"/>
              <a:defRPr sz="1200"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■"/>
              <a:defRPr sz="1200"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●"/>
              <a:defRPr sz="1200"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○"/>
              <a:defRPr sz="1200"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■"/>
              <a:defRPr sz="1200"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●"/>
              <a:defRPr sz="1200"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○"/>
              <a:defRPr sz="1200"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■"/>
              <a:defRPr sz="12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2337875" y="2927550"/>
            <a:ext cx="2034600" cy="19188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●"/>
              <a:defRPr sz="1200"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○"/>
              <a:defRPr sz="1200"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■"/>
              <a:defRPr sz="1200"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●"/>
              <a:defRPr sz="1200"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○"/>
              <a:defRPr sz="1200"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■"/>
              <a:defRPr sz="1200"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●"/>
              <a:defRPr sz="1200"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○"/>
              <a:defRPr sz="1200"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■"/>
              <a:defRPr sz="12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4752600" y="565350"/>
            <a:ext cx="2034600" cy="17784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04800" algn="r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●"/>
              <a:defRPr sz="1200"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04800" algn="r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○"/>
              <a:defRPr sz="1200"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lvl="2" indent="-304800" algn="r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■"/>
              <a:defRPr sz="1200"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lvl="3" indent="-304800" algn="r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●"/>
              <a:defRPr sz="1200"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lvl="4" indent="-304800" algn="r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○"/>
              <a:defRPr sz="1200"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lvl="5" indent="-304800" algn="r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■"/>
              <a:defRPr sz="1200"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lvl="6" indent="-304800" algn="r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●"/>
              <a:defRPr sz="1200"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lvl="7" indent="-304800" algn="r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○"/>
              <a:defRPr sz="1200"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lvl="8" indent="-304800" algn="r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■"/>
              <a:defRPr sz="12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4752600" y="2927550"/>
            <a:ext cx="2034600" cy="17784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04800" algn="r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●"/>
              <a:defRPr sz="1200"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04800" algn="r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○"/>
              <a:defRPr sz="1200"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lvl="2" indent="-304800" algn="r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■"/>
              <a:defRPr sz="1200"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lvl="3" indent="-304800" algn="r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●"/>
              <a:defRPr sz="1200"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lvl="4" indent="-304800" algn="r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○"/>
              <a:defRPr sz="1200"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lvl="5" indent="-304800" algn="r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■"/>
              <a:defRPr sz="1200"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lvl="6" indent="-304800" algn="r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●"/>
              <a:defRPr sz="1200"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lvl="7" indent="-304800" algn="r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○"/>
              <a:defRPr sz="1200"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lvl="8" indent="-304800" algn="r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■"/>
              <a:defRPr sz="12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rtl="0"/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3801933" y="1801684"/>
            <a:ext cx="1539900" cy="15399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5E62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rgbClr val="5E6268"/>
                </a:solidFill>
                <a:latin typeface="Google Sans"/>
                <a:ea typeface="Google Sans"/>
                <a:cs typeface="Google Sans"/>
                <a:sym typeface="Google Sans"/>
              </a:rPr>
              <a:t>User</a:t>
            </a:r>
            <a:endParaRPr sz="1800" b="1">
              <a:solidFill>
                <a:srgbClr val="5E62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rtl="0"/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pPr rtl="0"/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2337875" y="565350"/>
            <a:ext cx="2102905" cy="18765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dirty="0">
                <a:solidFill>
                  <a:srgbClr val="434343"/>
                </a:solidFill>
              </a:rPr>
              <a:t>“Me gusta comprar cuando no tengo ganas de hacer la tarea”.</a:t>
            </a:r>
            <a:endParaRPr sz="1000" dirty="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00" dirty="0">
                <a:solidFill>
                  <a:srgbClr val="434343"/>
                </a:solidFill>
              </a:rPr>
              <a:t>“Tengo dificultades para presionar botones de los sitios web”.</a:t>
            </a:r>
            <a:endParaRPr sz="1000" dirty="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dirty="0">
                <a:solidFill>
                  <a:srgbClr val="434343"/>
                </a:solidFill>
              </a:rPr>
              <a:t>“Muchos sitios web publican ropa que no es del </a:t>
            </a:r>
            <a:br>
              <a:rPr lang="es" sz="1000" dirty="0">
                <a:solidFill>
                  <a:srgbClr val="434343"/>
                </a:solidFill>
              </a:rPr>
            </a:br>
            <a:r>
              <a:rPr lang="es" sz="1000" dirty="0">
                <a:solidFill>
                  <a:srgbClr val="434343"/>
                </a:solidFill>
              </a:rPr>
              <a:t>tamaño</a:t>
            </a:r>
            <a:r>
              <a:rPr lang="en-US" sz="1000" dirty="0">
                <a:solidFill>
                  <a:srgbClr val="434343"/>
                </a:solidFill>
              </a:rPr>
              <a:t> q</a:t>
            </a:r>
            <a:r>
              <a:rPr lang="es" sz="1000" dirty="0">
                <a:solidFill>
                  <a:srgbClr val="434343"/>
                </a:solidFill>
              </a:rPr>
              <a:t>ue dicen”.</a:t>
            </a:r>
            <a:endParaRPr sz="1000" dirty="0">
              <a:solidFill>
                <a:srgbClr val="434343"/>
              </a:solidFill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2"/>
          </p:nvPr>
        </p:nvSpPr>
        <p:spPr>
          <a:xfrm>
            <a:off x="2337875" y="2969750"/>
            <a:ext cx="2121830" cy="18765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 fontScale="92500" lnSpcReduction="10000"/>
          </a:bodyPr>
          <a:lstStyle/>
          <a:p>
            <a:pPr marL="0" marR="311628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dirty="0">
                <a:solidFill>
                  <a:srgbClr val="434343"/>
                </a:solidFill>
              </a:rPr>
              <a:t>Compra ropa cuando está en cafés para descansar de la tarea. </a:t>
            </a:r>
            <a:endParaRPr sz="1000" dirty="0">
              <a:solidFill>
                <a:srgbClr val="434343"/>
              </a:solidFill>
            </a:endParaRPr>
          </a:p>
          <a:p>
            <a:pPr marL="0" marR="311628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00" dirty="0">
                <a:solidFill>
                  <a:srgbClr val="434343"/>
                </a:solidFill>
              </a:rPr>
              <a:t>Tiene dificultad para interactuar con los elementos de aplicaciones y sitios web.</a:t>
            </a:r>
            <a:endParaRPr sz="1000" dirty="0">
              <a:solidFill>
                <a:srgbClr val="434343"/>
              </a:solidFill>
            </a:endParaRPr>
          </a:p>
          <a:p>
            <a:pPr marL="0" marR="311628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000" dirty="0">
                <a:solidFill>
                  <a:srgbClr val="434343"/>
                </a:solidFill>
              </a:rPr>
              <a:t>A veces, no pide ropa debido a que se preocupa por las tallas.</a:t>
            </a:r>
            <a:endParaRPr sz="1000" dirty="0">
              <a:solidFill>
                <a:srgbClr val="434343"/>
              </a:solidFill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3"/>
          </p:nvPr>
        </p:nvSpPr>
        <p:spPr>
          <a:xfrm>
            <a:off x="4684295" y="565350"/>
            <a:ext cx="2102905" cy="18765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dirty="0">
                <a:solidFill>
                  <a:srgbClr val="434343"/>
                </a:solidFill>
              </a:rPr>
              <a:t>Comprar es una buena manera de aliviar el estrés y sentir seguridad.</a:t>
            </a:r>
            <a:endParaRPr sz="1000" dirty="0">
              <a:solidFill>
                <a:srgbClr val="434343"/>
              </a:solidFill>
            </a:endParaRPr>
          </a:p>
          <a:p>
            <a:pPr marL="0" lvl="0" indent="0" algn="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00" dirty="0">
                <a:solidFill>
                  <a:srgbClr val="434343"/>
                </a:solidFill>
              </a:rPr>
              <a:t>La navegación del sitio web es demasiado complicada y los elementos interactivos son demasiado pequeños.</a:t>
            </a:r>
            <a:endParaRPr sz="1000" dirty="0">
              <a:solidFill>
                <a:srgbClr val="434343"/>
              </a:solidFill>
            </a:endParaRPr>
          </a:p>
          <a:p>
            <a:pPr marL="0" lvl="0" indent="0" algn="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000" dirty="0">
                <a:solidFill>
                  <a:srgbClr val="434343"/>
                </a:solidFill>
              </a:rPr>
              <a:t>       Las opciones de tallas son engañosas.</a:t>
            </a:r>
            <a:endParaRPr sz="1000" dirty="0">
              <a:solidFill>
                <a:srgbClr val="434343"/>
              </a:solidFill>
            </a:endParaRPr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4"/>
          </p:nvPr>
        </p:nvSpPr>
        <p:spPr>
          <a:xfrm>
            <a:off x="4752600" y="2969850"/>
            <a:ext cx="2034600" cy="18765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 fontScale="6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solidFill>
                  <a:srgbClr val="434343"/>
                </a:solidFill>
              </a:rPr>
              <a:t>      	Abrumada por la escuela y el trabajo</a:t>
            </a:r>
            <a:endParaRPr sz="1600" dirty="0">
              <a:solidFill>
                <a:srgbClr val="434343"/>
              </a:solidFill>
            </a:endParaRPr>
          </a:p>
          <a:p>
            <a:pPr marL="0" lvl="0" indent="0" algn="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 dirty="0">
                <a:solidFill>
                  <a:srgbClr val="434343"/>
                </a:solidFill>
              </a:rPr>
              <a:t>Empoderada con la ropa nueva</a:t>
            </a:r>
            <a:endParaRPr sz="1600" dirty="0">
              <a:solidFill>
                <a:srgbClr val="434343"/>
              </a:solidFill>
            </a:endParaRPr>
          </a:p>
          <a:p>
            <a:pPr marL="0" lvl="0" indent="0" algn="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 dirty="0">
                <a:solidFill>
                  <a:srgbClr val="434343"/>
                </a:solidFill>
              </a:rPr>
              <a:t>Frustrada por los botones, el tamaño y el diseño de la página</a:t>
            </a:r>
            <a:endParaRPr sz="1600" dirty="0">
              <a:solidFill>
                <a:srgbClr val="434343"/>
              </a:solidFill>
            </a:endParaRPr>
          </a:p>
          <a:p>
            <a:pPr marL="0" lvl="0" indent="0" algn="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 dirty="0">
                <a:solidFill>
                  <a:srgbClr val="434343"/>
                </a:solidFill>
              </a:rPr>
              <a:t>Ansiosa por las opciones de tallas</a:t>
            </a:r>
            <a:endParaRPr sz="1600" dirty="0">
              <a:solidFill>
                <a:srgbClr val="434343"/>
              </a:solidFill>
            </a:endParaRPr>
          </a:p>
          <a:p>
            <a:pPr marL="0" lvl="0" indent="0" algn="r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rgbClr val="434343"/>
              </a:solidFill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3801933" y="1801684"/>
            <a:ext cx="1539900" cy="15399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5E62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rgbClr val="5E6268"/>
                </a:solidFill>
                <a:latin typeface="Google Sans"/>
                <a:ea typeface="Google Sans"/>
                <a:cs typeface="Google Sans"/>
                <a:sym typeface="Google Sans"/>
              </a:rPr>
              <a:t>Mai</a:t>
            </a:r>
            <a:endParaRPr sz="1800" b="1">
              <a:solidFill>
                <a:srgbClr val="5E62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body" idx="1"/>
          </p:nvPr>
        </p:nvSpPr>
        <p:spPr>
          <a:xfrm>
            <a:off x="2337875" y="565350"/>
            <a:ext cx="2034600" cy="20064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 dirty="0">
                <a:solidFill>
                  <a:srgbClr val="434343"/>
                </a:solidFill>
              </a:rPr>
              <a:t>“Comprar en línea es mi forma de escapar de las responsabilidades”. </a:t>
            </a:r>
            <a:endParaRPr sz="900" dirty="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900" dirty="0">
                <a:solidFill>
                  <a:srgbClr val="434343"/>
                </a:solidFill>
              </a:rPr>
              <a:t>“Es decepcionante cuando recibo ropa por correo que me queda muy mal”.</a:t>
            </a:r>
            <a:endParaRPr sz="900" dirty="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 dirty="0">
                <a:solidFill>
                  <a:srgbClr val="434343"/>
                </a:solidFill>
              </a:rPr>
              <a:t>“El tamaño y la ubicación de los botones son una lucha”.</a:t>
            </a:r>
            <a:endParaRPr sz="9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800" dirty="0">
              <a:solidFill>
                <a:srgbClr val="434343"/>
              </a:solidFill>
            </a:endParaRPr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2"/>
          </p:nvPr>
        </p:nvSpPr>
        <p:spPr>
          <a:xfrm>
            <a:off x="2337875" y="2969750"/>
            <a:ext cx="2034600" cy="18765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/>
          <a:p>
            <a:pPr marL="0" marR="311628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 dirty="0">
                <a:solidFill>
                  <a:srgbClr val="434343"/>
                </a:solidFill>
              </a:rPr>
              <a:t>Compra ropa cuando está en un restaurante.</a:t>
            </a:r>
            <a:endParaRPr sz="900" dirty="0">
              <a:solidFill>
                <a:srgbClr val="434343"/>
              </a:solidFill>
            </a:endParaRPr>
          </a:p>
          <a:p>
            <a:pPr marL="0" marR="311628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900" dirty="0">
                <a:solidFill>
                  <a:srgbClr val="434343"/>
                </a:solidFill>
              </a:rPr>
              <a:t>Pide ropa después de pasar tiempo investigando las tallas.</a:t>
            </a:r>
            <a:endParaRPr sz="900" dirty="0">
              <a:solidFill>
                <a:srgbClr val="434343"/>
              </a:solidFill>
            </a:endParaRPr>
          </a:p>
          <a:p>
            <a:pPr marL="0" marR="311628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900" dirty="0">
                <a:solidFill>
                  <a:srgbClr val="434343"/>
                </a:solidFill>
              </a:rPr>
              <a:t>Tiene dificultad para interactuar con la interfaz de los sitios web de compras.</a:t>
            </a:r>
            <a:endParaRPr sz="900" dirty="0">
              <a:solidFill>
                <a:srgbClr val="434343"/>
              </a:solidFill>
            </a:endParaRPr>
          </a:p>
        </p:txBody>
      </p:sp>
      <p:sp>
        <p:nvSpPr>
          <p:cNvPr id="77" name="Google Shape;77;p15"/>
          <p:cNvSpPr txBox="1">
            <a:spLocks noGrp="1"/>
          </p:cNvSpPr>
          <p:nvPr>
            <p:ph type="body" idx="3"/>
          </p:nvPr>
        </p:nvSpPr>
        <p:spPr>
          <a:xfrm>
            <a:off x="4752600" y="565350"/>
            <a:ext cx="2034600" cy="18765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 dirty="0">
                <a:solidFill>
                  <a:srgbClr val="434343"/>
                </a:solidFill>
              </a:rPr>
              <a:t>Ir de compras es una buena manera de aliviar el estrés.</a:t>
            </a:r>
            <a:endParaRPr sz="900" dirty="0">
              <a:solidFill>
                <a:srgbClr val="434343"/>
              </a:solidFill>
            </a:endParaRPr>
          </a:p>
          <a:p>
            <a:pPr marL="0" lvl="0" indent="0" algn="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900" dirty="0">
                <a:solidFill>
                  <a:srgbClr val="434343"/>
                </a:solidFill>
              </a:rPr>
              <a:t>Las opciones de tallas suelen ser engañosas o incorrectas.</a:t>
            </a:r>
            <a:endParaRPr sz="900" dirty="0">
              <a:solidFill>
                <a:srgbClr val="434343"/>
              </a:solidFill>
            </a:endParaRPr>
          </a:p>
          <a:p>
            <a:pPr marL="0" lvl="0" indent="0" algn="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900" dirty="0">
                <a:solidFill>
                  <a:srgbClr val="434343"/>
                </a:solidFill>
              </a:rPr>
              <a:t>Los botones son demasiado pequeños y es difícil interactuar con ellos.</a:t>
            </a:r>
            <a:endParaRPr sz="900" dirty="0">
              <a:solidFill>
                <a:srgbClr val="434343"/>
              </a:solidFill>
            </a:endParaRPr>
          </a:p>
          <a:p>
            <a:pPr marL="0" lvl="0" indent="0" algn="r" rtl="0">
              <a:spcBef>
                <a:spcPts val="1200"/>
              </a:spcBef>
              <a:spcAft>
                <a:spcPts val="0"/>
              </a:spcAft>
              <a:buNone/>
            </a:pPr>
            <a:endParaRPr sz="900" dirty="0">
              <a:solidFill>
                <a:srgbClr val="434343"/>
              </a:solidFill>
            </a:endParaRPr>
          </a:p>
          <a:p>
            <a:pPr marL="0" lvl="0" indent="0" algn="r" rtl="0">
              <a:spcBef>
                <a:spcPts val="1200"/>
              </a:spcBef>
              <a:spcAft>
                <a:spcPts val="1200"/>
              </a:spcAft>
              <a:buNone/>
            </a:pPr>
            <a:endParaRPr sz="900" dirty="0">
              <a:solidFill>
                <a:srgbClr val="434343"/>
              </a:solidFill>
            </a:endParaRPr>
          </a:p>
        </p:txBody>
      </p:sp>
      <p:sp>
        <p:nvSpPr>
          <p:cNvPr id="78" name="Google Shape;78;p15"/>
          <p:cNvSpPr txBox="1">
            <a:spLocks noGrp="1"/>
          </p:cNvSpPr>
          <p:nvPr>
            <p:ph type="body" idx="4"/>
          </p:nvPr>
        </p:nvSpPr>
        <p:spPr>
          <a:xfrm>
            <a:off x="4752600" y="2969850"/>
            <a:ext cx="2034600" cy="1876500"/>
          </a:xfrm>
          <a:prstGeom prst="rect">
            <a:avLst/>
          </a:prstGeom>
        </p:spPr>
        <p:txBody>
          <a:bodyPr spcFirstLastPara="1" wrap="square" lIns="91425" tIns="91425" rIns="91425" bIns="91425" rtlCol="0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 dirty="0">
                <a:solidFill>
                  <a:srgbClr val="434343"/>
                </a:solidFill>
              </a:rPr>
              <a:t>Feliz cuando compra </a:t>
            </a:r>
            <a:br>
              <a:rPr lang="es" sz="900" dirty="0">
                <a:solidFill>
                  <a:srgbClr val="434343"/>
                </a:solidFill>
              </a:rPr>
            </a:br>
            <a:r>
              <a:rPr lang="es" sz="900" dirty="0">
                <a:solidFill>
                  <a:srgbClr val="434343"/>
                </a:solidFill>
              </a:rPr>
              <a:t>ropa en línea</a:t>
            </a:r>
            <a:endParaRPr sz="900" dirty="0">
              <a:solidFill>
                <a:srgbClr val="434343"/>
              </a:solidFill>
            </a:endParaRPr>
          </a:p>
          <a:p>
            <a:pPr marL="0" lvl="0" indent="0" algn="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900" dirty="0">
                <a:solidFill>
                  <a:srgbClr val="434343"/>
                </a:solidFill>
              </a:rPr>
              <a:t>Frustrado cuando la ropa es de talla incorrecta</a:t>
            </a:r>
            <a:endParaRPr sz="900" dirty="0">
              <a:solidFill>
                <a:srgbClr val="434343"/>
              </a:solidFill>
            </a:endParaRPr>
          </a:p>
          <a:p>
            <a:pPr marL="0" lvl="0" indent="0" algn="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900" dirty="0">
                <a:solidFill>
                  <a:srgbClr val="434343"/>
                </a:solidFill>
              </a:rPr>
              <a:t>Desalentado por el tamaño de los botones y el diseño de la interfaz del sitio web</a:t>
            </a:r>
            <a:endParaRPr sz="900" dirty="0">
              <a:solidFill>
                <a:srgbClr val="434343"/>
              </a:solidFill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3801933" y="1801684"/>
            <a:ext cx="1539900" cy="15399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5E62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rgbClr val="5E6268"/>
                </a:solidFill>
                <a:latin typeface="Google Sans"/>
                <a:ea typeface="Google Sans"/>
                <a:cs typeface="Google Sans"/>
                <a:sym typeface="Google Sans"/>
              </a:rPr>
              <a:t>Bolade</a:t>
            </a:r>
            <a:endParaRPr sz="1800" b="1">
              <a:solidFill>
                <a:srgbClr val="5E62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289</Words>
  <Application>Microsoft Macintosh PowerPoint</Application>
  <PresentationFormat>On-screen Show (16:9)</PresentationFormat>
  <Paragraphs>29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Google Sans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Mike Devlin</cp:lastModifiedBy>
  <cp:revision>3</cp:revision>
  <dcterms:modified xsi:type="dcterms:W3CDTF">2022-03-08T22:10:37Z</dcterms:modified>
</cp:coreProperties>
</file>