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265" r:id="rId5"/>
    <p:sldId id="266" r:id="rId6"/>
    <p:sldId id="267" r:id="rId7"/>
    <p:sldId id="264" r:id="rId8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4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15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320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5309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851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507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230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282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852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85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600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6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8CC4D-E214-4DEC-B38E-C6DABCBDC3D8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6474B-D410-47E3-A747-A7C932C4DED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428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hyperlink" Target="mailto:vigiaststem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FF38C3C-11D7-EFC1-B95D-194EDA125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" t="2240" r="8477" b="3646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17B1917-AC9F-6F16-0897-E9EE239D5A80}"/>
              </a:ext>
            </a:extLst>
          </p:cNvPr>
          <p:cNvSpPr txBox="1"/>
          <p:nvPr/>
        </p:nvSpPr>
        <p:spPr>
          <a:xfrm>
            <a:off x="4464423" y="8743305"/>
            <a:ext cx="3415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MANUAL DE IDENTIDAD CORPORATIVA</a:t>
            </a:r>
          </a:p>
        </p:txBody>
      </p:sp>
    </p:spTree>
    <p:extLst>
      <p:ext uri="{BB962C8B-B14F-4D97-AF65-F5344CB8AC3E}">
        <p14:creationId xmlns:p14="http://schemas.microsoft.com/office/powerpoint/2010/main" val="226072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AE1E35-80EC-FCFB-F404-23A21B2F3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" t="2523" b="3364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E91758-0B93-D3EF-161D-69F09F34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8830213"/>
            <a:ext cx="3429000" cy="46892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BF6E5A-9C44-F26F-8117-4BEAA10F0231}"/>
              </a:ext>
            </a:extLst>
          </p:cNvPr>
          <p:cNvSpPr txBox="1"/>
          <p:nvPr/>
        </p:nvSpPr>
        <p:spPr>
          <a:xfrm>
            <a:off x="4356847" y="8649176"/>
            <a:ext cx="3415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MANUAL DE IDENTIDAD CORPORATIVA</a:t>
            </a:r>
          </a:p>
        </p:txBody>
      </p:sp>
    </p:spTree>
    <p:extLst>
      <p:ext uri="{BB962C8B-B14F-4D97-AF65-F5344CB8AC3E}">
        <p14:creationId xmlns:p14="http://schemas.microsoft.com/office/powerpoint/2010/main" val="423002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6233F-29B4-B279-FE51-B1DF52D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6800"/>
            <a:ext cx="7772400" cy="921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30EC2A-198C-E3DF-D9C2-BDF0DA403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9547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6A0EB8-EFBA-C5BE-4439-04A2D4EE6CF1}"/>
              </a:ext>
            </a:extLst>
          </p:cNvPr>
          <p:cNvSpPr txBox="1"/>
          <p:nvPr/>
        </p:nvSpPr>
        <p:spPr>
          <a:xfrm>
            <a:off x="470645" y="1420256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TABLA DE CONTENIDO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7B90B9-5507-C7F5-FF90-1C15811558A5}"/>
              </a:ext>
            </a:extLst>
          </p:cNvPr>
          <p:cNvSpPr txBox="1"/>
          <p:nvPr/>
        </p:nvSpPr>
        <p:spPr>
          <a:xfrm>
            <a:off x="3980326" y="308094"/>
            <a:ext cx="367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MANUAL DE IDENTIDAD CORPORATIVA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D1DFBF2-F2B3-C45F-0C1F-A326F6F50482}"/>
              </a:ext>
            </a:extLst>
          </p:cNvPr>
          <p:cNvCxnSpPr/>
          <p:nvPr/>
        </p:nvCxnSpPr>
        <p:spPr>
          <a:xfrm>
            <a:off x="537881" y="2134957"/>
            <a:ext cx="139849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568912F3-350C-4B37-6619-69A10BD5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592" y="9214826"/>
            <a:ext cx="2206576" cy="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4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6233F-29B4-B279-FE51-B1DF52D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6800"/>
            <a:ext cx="7772400" cy="921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30EC2A-198C-E3DF-D9C2-BDF0DA403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9547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6A0EB8-EFBA-C5BE-4439-04A2D4EE6CF1}"/>
              </a:ext>
            </a:extLst>
          </p:cNvPr>
          <p:cNvSpPr txBox="1"/>
          <p:nvPr/>
        </p:nvSpPr>
        <p:spPr>
          <a:xfrm>
            <a:off x="470645" y="1420256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7B90B9-5507-C7F5-FF90-1C15811558A5}"/>
              </a:ext>
            </a:extLst>
          </p:cNvPr>
          <p:cNvSpPr txBox="1"/>
          <p:nvPr/>
        </p:nvSpPr>
        <p:spPr>
          <a:xfrm>
            <a:off x="3980326" y="308094"/>
            <a:ext cx="367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MANUAL DE IDENTIDAD CORPORATIVA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2A1ED1B-264D-09CC-EDAA-28F185446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81" y="2572758"/>
            <a:ext cx="6696635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 presente Manual de Identidad Corporativa constituye la guía oficial para la gestión y aplicación de la marca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VIGÍA Vision Systems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Su propósito principal es resguardar la integridad visual de la empresa y asegurar una comunicación uniforme en todos los canales internos y externos.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lo largo de este documento se abarcan los parámetros clave que definen nuestra identidad: la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estructura y composición del logotipo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las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familias tipográficas corporativas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la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paleta de color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(incluyendo valores institucionales, positivos, negativos y criterios de accesibilidad), así como las normas de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usabilidad y aplicaciones finales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tanto en medios digitales como en papelería, uniformes y entorno físico. Cumplir con estos lineamientos fortalece nuestro posicionamiento en el sector tecnológico y consolida la percepción de la empresa ante clientes, socios y aliados estratégicos.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Exhortamos a todo el equipo administrativo, técnico, de desarrollo y comunicación a aplicar rigurosamente estas pautas, proyectando la seriedad, robustez y liderazgo que definen 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VIGÍA Vision Systems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D1DFBF2-F2B3-C45F-0C1F-A326F6F50482}"/>
              </a:ext>
            </a:extLst>
          </p:cNvPr>
          <p:cNvCxnSpPr/>
          <p:nvPr/>
        </p:nvCxnSpPr>
        <p:spPr>
          <a:xfrm>
            <a:off x="537881" y="2134957"/>
            <a:ext cx="139849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568912F3-350C-4B37-6619-69A10BD5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592" y="9214826"/>
            <a:ext cx="2206576" cy="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3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6233F-29B4-B279-FE51-B1DF52D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6800"/>
            <a:ext cx="7772400" cy="921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30EC2A-198C-E3DF-D9C2-BDF0DA403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9547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6A0EB8-EFBA-C5BE-4439-04A2D4EE6CF1}"/>
              </a:ext>
            </a:extLst>
          </p:cNvPr>
          <p:cNvSpPr txBox="1"/>
          <p:nvPr/>
        </p:nvSpPr>
        <p:spPr>
          <a:xfrm>
            <a:off x="376515" y="1235492"/>
            <a:ext cx="7543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 PRESENTACIÓN Y DESCRIPCIÓN DEL LOGOTIPO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7B90B9-5507-C7F5-FF90-1C15811558A5}"/>
              </a:ext>
            </a:extLst>
          </p:cNvPr>
          <p:cNvSpPr txBox="1"/>
          <p:nvPr/>
        </p:nvSpPr>
        <p:spPr>
          <a:xfrm>
            <a:off x="3980326" y="308094"/>
            <a:ext cx="367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MANUAL DE IDENTIDAD CORPORATIVA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D1DFBF2-F2B3-C45F-0C1F-A326F6F50482}"/>
              </a:ext>
            </a:extLst>
          </p:cNvPr>
          <p:cNvCxnSpPr/>
          <p:nvPr/>
        </p:nvCxnSpPr>
        <p:spPr>
          <a:xfrm>
            <a:off x="537881" y="1852570"/>
            <a:ext cx="139849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568912F3-350C-4B37-6619-69A10BD5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592" y="9214826"/>
            <a:ext cx="2206576" cy="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4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6233F-29B4-B279-FE51-B1DF52D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6800"/>
            <a:ext cx="7772400" cy="921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30EC2A-198C-E3DF-D9C2-BDF0DA403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9547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6A0EB8-EFBA-C5BE-4439-04A2D4EE6CF1}"/>
              </a:ext>
            </a:extLst>
          </p:cNvPr>
          <p:cNvSpPr txBox="1"/>
          <p:nvPr/>
        </p:nvSpPr>
        <p:spPr>
          <a:xfrm>
            <a:off x="470645" y="1260121"/>
            <a:ext cx="586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1.2 ESTRUCTURA Y COMPOSICIÓN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7B90B9-5507-C7F5-FF90-1C15811558A5}"/>
              </a:ext>
            </a:extLst>
          </p:cNvPr>
          <p:cNvSpPr txBox="1"/>
          <p:nvPr/>
        </p:nvSpPr>
        <p:spPr>
          <a:xfrm>
            <a:off x="3980326" y="308094"/>
            <a:ext cx="367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MANUAL DE IDENTIDAD CORPORATIVA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D1DFBF2-F2B3-C45F-0C1F-A326F6F50482}"/>
              </a:ext>
            </a:extLst>
          </p:cNvPr>
          <p:cNvCxnSpPr/>
          <p:nvPr/>
        </p:nvCxnSpPr>
        <p:spPr>
          <a:xfrm>
            <a:off x="537881" y="1960146"/>
            <a:ext cx="139849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568912F3-350C-4B37-6619-69A10BD5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592" y="9214826"/>
            <a:ext cx="2206576" cy="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8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AE1E35-80EC-FCFB-F404-23A21B2F3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" t="2523" b="3364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E91758-0B93-D3EF-161D-69F09F34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8830213"/>
            <a:ext cx="3429000" cy="46892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BF6E5A-9C44-F26F-8117-4BEAA10F0231}"/>
              </a:ext>
            </a:extLst>
          </p:cNvPr>
          <p:cNvSpPr txBox="1"/>
          <p:nvPr/>
        </p:nvSpPr>
        <p:spPr>
          <a:xfrm>
            <a:off x="4356847" y="8649176"/>
            <a:ext cx="34155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</a:rPr>
              <a:t>OFICINA DE COMUNICACIONES VIGÍA</a:t>
            </a:r>
          </a:p>
          <a:p>
            <a:r>
              <a:rPr lang="es-MX" sz="1400" dirty="0">
                <a:solidFill>
                  <a:schemeClr val="bg1"/>
                </a:solidFill>
              </a:rPr>
              <a:t>	</a:t>
            </a:r>
            <a:r>
              <a:rPr lang="es-MX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vigia_systems@gmail.com</a:t>
            </a:r>
            <a:endParaRPr lang="es-MX" sz="1400" dirty="0">
              <a:solidFill>
                <a:schemeClr val="bg1"/>
              </a:solidFill>
            </a:endParaRPr>
          </a:p>
          <a:p>
            <a:endParaRPr lang="es-MX" sz="1400" dirty="0">
              <a:solidFill>
                <a:schemeClr val="bg1"/>
              </a:solidFill>
            </a:endParaRPr>
          </a:p>
          <a:p>
            <a:r>
              <a:rPr lang="es-MX" sz="1400" dirty="0">
                <a:solidFill>
                  <a:schemeClr val="bg1"/>
                </a:solidFill>
              </a:rPr>
              <a:t>           VIGIAvision_symtems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5DE0ED-C101-3D74-6C30-90447949A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447" y="9235434"/>
            <a:ext cx="339318" cy="3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99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226</Words>
  <Application>Microsoft Office PowerPoint</Application>
  <PresentationFormat>Personalizado</PresentationFormat>
  <Paragraphs>19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Vianey Juarez Hernandez</dc:creator>
  <cp:lastModifiedBy>Karen Vianey Juarez Hernandez</cp:lastModifiedBy>
  <cp:revision>4</cp:revision>
  <dcterms:created xsi:type="dcterms:W3CDTF">2026-10-19T02:22:11Z</dcterms:created>
  <dcterms:modified xsi:type="dcterms:W3CDTF">2026-10-23T05:18:14Z</dcterms:modified>
</cp:coreProperties>
</file>