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78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es-ES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93FF14-7FFC-465B-BFA4-B0D23F0339AF}">
  <a:tblStyle styleId="{7893FF14-7FFC-465B-BFA4-B0D23F0339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408" autoAdjust="0"/>
  </p:normalViewPr>
  <p:slideViewPr>
    <p:cSldViewPr snapToGrid="0">
      <p:cViewPr varScale="1">
        <p:scale>
          <a:sx n="154" d="100"/>
          <a:sy n="154" d="100"/>
        </p:scale>
        <p:origin x="197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rt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e30350d4a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e30350d4a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rtl="0"/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 rtl="0"/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 rtl="0"/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 rtl="0"/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rtl="0"/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rtl="0"/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"/>
              <a:buNone/>
              <a:defRPr sz="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"/>
              <a:buNone/>
              <a:defRPr sz="14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"/>
              <a:buNone/>
              <a:defRPr sz="14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"/>
              <a:buNone/>
              <a:defRPr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"/>
              <a:buNone/>
              <a:defRPr sz="14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"/>
              <a:buNone/>
              <a:defRPr sz="8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"/>
              <a:buNone/>
              <a:defRPr sz="14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None/>
              <a:defRPr sz="14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 rtl="0"/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○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■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●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○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■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●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"/>
              <a:buChar char="○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"/>
              <a:buChar char="■"/>
              <a:defRPr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pPr rtl="0"/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pPr rtl="0"/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/>
        </p:nvSpPr>
        <p:spPr>
          <a:xfrm>
            <a:off x="171175" y="119650"/>
            <a:ext cx="17853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Google Sans"/>
                <a:ea typeface="Google Sans"/>
                <a:cs typeface="Google Sans"/>
                <a:sym typeface="Google Sans"/>
              </a:rPr>
              <a:t>Persona: Shane</a:t>
            </a:r>
            <a:endParaRPr sz="16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32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s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Reservar libros cuando quiera y tener disponibles los libros que quiere leer cuando llega a la biblioteca. 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48" name="Google Shape;148;p32"/>
          <p:cNvGraphicFramePr/>
          <p:nvPr>
            <p:extLst>
              <p:ext uri="{D42A27DB-BD31-4B8C-83A1-F6EECF244321}">
                <p14:modId xmlns:p14="http://schemas.microsoft.com/office/powerpoint/2010/main" val="2091644634"/>
              </p:ext>
            </p:extLst>
          </p:nvPr>
        </p:nvGraphicFramePr>
        <p:xfrm>
          <a:off x="226350" y="848300"/>
          <a:ext cx="8582100" cy="4076550"/>
        </p:xfrm>
        <a:graphic>
          <a:graphicData uri="http://schemas.openxmlformats.org/drawingml/2006/table">
            <a:tbl>
              <a:tblPr>
                <a:noFill/>
                <a:tableStyleId>{7893FF14-7FFC-465B-BFA4-B0D23F0339AF}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ACCIÓN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Navegar por el catálogo de libros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Eligir un libro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Reservar el libro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Unirse a una lista de espera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Recoger el libro de la biblioteca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LISTA DE TAREAS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Explorar nuevos títulos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Ordenar libros por género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Buscar por autor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Echarle un ojo a las páginas de libros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Seleccionar los libros disponibles para retirar 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Hacer clic en el botón “Añadir al carrito”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Hacer clic en el botón “Reservar” para reservar un libro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Seleccionar el botón “Sí” para ingresar a la lista de espera de un libro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Recibir confirmación del préstamo del libro y la fecha de devolución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Elegir la ventanilla de retiro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Ir a la biblioteca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ADJETIVO DE SENTIMIENTO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Impaciente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Inquisitivo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Entusiasmado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Optimista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Entusiasta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Curioso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Decepcionado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Consternado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Confiado 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Satisfecho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Aliviado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Entusiasmado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OPORTUNIDADES DE MEJORA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Posibilidad de aplicar varios filtros a la vez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Carrito de compras lleno de libros para retirar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Botón “Añadir al carrito” más accesible 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Ninguna</a:t>
                      </a:r>
                      <a:endParaRPr sz="9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Proporcionar un intervalo de fechas para la disponibilidad esperada 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Especificar el lugar en la lista de espera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184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Google Sans"/>
                        <a:buChar char="●"/>
                      </a:pPr>
                      <a:r>
                        <a:rPr lang="es" sz="9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Permitir retirar los libros fuera del horario de atención</a:t>
                      </a:r>
                      <a:endParaRPr sz="9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On-screen Show (16:9)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Google Sans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Mike Devlin</cp:lastModifiedBy>
  <cp:revision>2</cp:revision>
  <dcterms:modified xsi:type="dcterms:W3CDTF">2022-03-08T21:10:07Z</dcterms:modified>
</cp:coreProperties>
</file>