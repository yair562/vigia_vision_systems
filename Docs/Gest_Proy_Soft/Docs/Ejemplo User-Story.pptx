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es-ES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544" autoAdjust="0"/>
  </p:normalViewPr>
  <p:slideViewPr>
    <p:cSldViewPr snapToGrid="0">
      <p:cViewPr varScale="1">
        <p:scale>
          <a:sx n="94" d="100"/>
          <a:sy n="94" d="100"/>
        </p:scale>
        <p:origin x="1651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rt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d39dc29ff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d39dc29ff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3C4043"/>
              </a:solidFill>
              <a:highlight>
                <a:schemeClr val="lt1"/>
              </a:highlight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rtl="0"/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rtl="0"/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 rtl="0"/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 rtl="0"/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 rtl="0"/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 rtl="0"/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 rtl="0"/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rtl="0"/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 rtl="0"/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Story Template">
  <p:cSld name="CUSTOM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-125" y="500650"/>
            <a:ext cx="914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200" b="1" i="0" u="sng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U</a:t>
            </a:r>
            <a:r>
              <a:rPr lang="es" sz="2200" b="1" u="sng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SER</a:t>
            </a:r>
            <a:r>
              <a:rPr lang="es" sz="2200" b="1" i="0" u="sng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 S</a:t>
            </a:r>
            <a:r>
              <a:rPr lang="es" sz="2200" b="1" u="sng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TORY</a:t>
            </a:r>
            <a:endParaRPr sz="2200" b="1" i="0" u="sng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16675" y="1378650"/>
            <a:ext cx="1152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As a/an</a:t>
            </a:r>
            <a:endParaRPr sz="1900" b="1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267775" y="2248700"/>
            <a:ext cx="13326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I want to</a:t>
            </a:r>
            <a:endParaRPr sz="1900" b="1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292875" y="3266475"/>
            <a:ext cx="10413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so that</a:t>
            </a:r>
            <a:endParaRPr sz="1900" b="1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70400" y="1775450"/>
            <a:ext cx="72732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i="0" u="none" strike="noStrike" cap="none">
                <a:solidFill>
                  <a:srgbClr val="575757"/>
                </a:solidFill>
                <a:latin typeface="Google Sans"/>
                <a:ea typeface="Google Sans"/>
                <a:cs typeface="Google Sans"/>
                <a:sym typeface="Google Sans"/>
              </a:rPr>
              <a:t>type of user</a:t>
            </a:r>
            <a:endParaRPr sz="1200" i="0" u="none" strike="noStrike" cap="none">
              <a:solidFill>
                <a:srgbClr val="57575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370325" y="2628750"/>
            <a:ext cx="72732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i="0" u="none" strike="noStrike" cap="none">
                <a:solidFill>
                  <a:srgbClr val="575757"/>
                </a:solidFill>
                <a:latin typeface="Google Sans"/>
                <a:ea typeface="Google Sans"/>
                <a:cs typeface="Google Sans"/>
                <a:sym typeface="Google Sans"/>
              </a:rPr>
              <a:t>action</a:t>
            </a:r>
            <a:endParaRPr sz="1200" i="0" u="none" strike="noStrike" cap="none">
              <a:solidFill>
                <a:srgbClr val="57575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370400" y="3618775"/>
            <a:ext cx="7273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i="0" u="none" strike="noStrike" cap="none">
                <a:solidFill>
                  <a:srgbClr val="575757"/>
                </a:solidFill>
                <a:latin typeface="Google Sans"/>
                <a:ea typeface="Google Sans"/>
                <a:cs typeface="Google Sans"/>
                <a:sym typeface="Google Sans"/>
              </a:rPr>
              <a:t>benefit</a:t>
            </a:r>
            <a:endParaRPr sz="1200" i="0" u="none" strike="noStrike" cap="none">
              <a:solidFill>
                <a:srgbClr val="57575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8572800" y="3133775"/>
            <a:ext cx="1227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" sz="2400"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sz="2400" i="0" u="none" strike="noStrike" cap="none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1370408" y="1713771"/>
            <a:ext cx="727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13"/>
          <p:cNvCxnSpPr/>
          <p:nvPr/>
        </p:nvCxnSpPr>
        <p:spPr>
          <a:xfrm>
            <a:off x="1370408" y="2628171"/>
            <a:ext cx="727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/>
          <p:nvPr/>
        </p:nvCxnSpPr>
        <p:spPr>
          <a:xfrm>
            <a:off x="1370408" y="3618771"/>
            <a:ext cx="727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1364425" y="13704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600"/>
              <a:buFont typeface="Google Sans"/>
              <a:buChar char="●"/>
              <a:defRPr sz="16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○"/>
              <a:defRPr>
                <a:solidFill>
                  <a:srgbClr val="1967D2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■"/>
              <a:defRPr>
                <a:solidFill>
                  <a:srgbClr val="1967D2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●"/>
              <a:defRPr>
                <a:solidFill>
                  <a:srgbClr val="1967D2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○"/>
              <a:defRPr>
                <a:solidFill>
                  <a:srgbClr val="1967D2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■"/>
              <a:defRPr>
                <a:solidFill>
                  <a:srgbClr val="1967D2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●"/>
              <a:defRPr>
                <a:solidFill>
                  <a:srgbClr val="1967D2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○"/>
              <a:defRPr>
                <a:solidFill>
                  <a:srgbClr val="1967D2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■"/>
              <a:defRPr>
                <a:solidFill>
                  <a:srgbClr val="1967D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2"/>
          </p:nvPr>
        </p:nvSpPr>
        <p:spPr>
          <a:xfrm>
            <a:off x="1364425" y="22848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600"/>
              <a:buFont typeface="Google Sans"/>
              <a:buChar char="●"/>
              <a:defRPr sz="16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○"/>
              <a:defRPr>
                <a:solidFill>
                  <a:srgbClr val="C5221F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■"/>
              <a:defRPr>
                <a:solidFill>
                  <a:srgbClr val="C5221F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●"/>
              <a:defRPr>
                <a:solidFill>
                  <a:srgbClr val="C5221F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○"/>
              <a:defRPr>
                <a:solidFill>
                  <a:srgbClr val="C5221F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■"/>
              <a:defRPr>
                <a:solidFill>
                  <a:srgbClr val="C5221F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●"/>
              <a:defRPr>
                <a:solidFill>
                  <a:srgbClr val="C5221F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○"/>
              <a:defRPr>
                <a:solidFill>
                  <a:srgbClr val="C5221F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■"/>
              <a:defRPr>
                <a:solidFill>
                  <a:srgbClr val="C5221F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3"/>
          </p:nvPr>
        </p:nvSpPr>
        <p:spPr>
          <a:xfrm>
            <a:off x="1364425" y="32754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600"/>
              <a:buFont typeface="Google Sans"/>
              <a:buChar char="●"/>
              <a:defRPr sz="16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○"/>
              <a:defRPr>
                <a:solidFill>
                  <a:srgbClr val="188038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■"/>
              <a:defRPr>
                <a:solidFill>
                  <a:srgbClr val="188038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●"/>
              <a:defRPr>
                <a:solidFill>
                  <a:srgbClr val="188038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○"/>
              <a:defRPr>
                <a:solidFill>
                  <a:srgbClr val="188038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■"/>
              <a:defRPr>
                <a:solidFill>
                  <a:srgbClr val="188038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●"/>
              <a:defRPr>
                <a:solidFill>
                  <a:srgbClr val="188038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○"/>
              <a:defRPr>
                <a:solidFill>
                  <a:srgbClr val="188038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■"/>
              <a:defRPr>
                <a:solidFill>
                  <a:srgbClr val="188038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3593125" y="898275"/>
            <a:ext cx="166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4"/>
          </p:nvPr>
        </p:nvSpPr>
        <p:spPr>
          <a:xfrm>
            <a:off x="3740125" y="898275"/>
            <a:ext cx="1663500" cy="308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rtl="0"/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rtl="0"/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 rtl="0"/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 rtl="0"/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 rtl="0"/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 rtl="0"/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 rtl="0"/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rtl="0"/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 rtl="0"/>
            <a:r>
              <a:t>xx%</a:t>
            </a:r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Story Template">
  <p:cSld name="CUSTOM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/>
        </p:nvSpPr>
        <p:spPr>
          <a:xfrm>
            <a:off x="247375" y="500650"/>
            <a:ext cx="8361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200" b="1" i="0" u="sng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U</a:t>
            </a:r>
            <a:r>
              <a:rPr lang="es" sz="2200" b="1" u="sng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SER</a:t>
            </a:r>
            <a:r>
              <a:rPr lang="es" sz="2200" b="1" i="0" u="sng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 S</a:t>
            </a:r>
            <a:r>
              <a:rPr lang="es" sz="2200" b="1" u="sng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TORY</a:t>
            </a:r>
            <a:endParaRPr sz="2200" b="1" i="0" u="sng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216675" y="1378650"/>
            <a:ext cx="1152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As a/an</a:t>
            </a:r>
            <a:endParaRPr sz="1900" b="1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267775" y="2248700"/>
            <a:ext cx="13326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I want to</a:t>
            </a:r>
            <a:endParaRPr sz="1900" b="1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292875" y="3266475"/>
            <a:ext cx="10413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so that</a:t>
            </a:r>
            <a:endParaRPr sz="1900" b="1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1370400" y="1775450"/>
            <a:ext cx="72732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i="0" u="none" strike="noStrike" cap="none">
                <a:solidFill>
                  <a:srgbClr val="575757"/>
                </a:solidFill>
                <a:latin typeface="Google Sans"/>
                <a:ea typeface="Google Sans"/>
                <a:cs typeface="Google Sans"/>
                <a:sym typeface="Google Sans"/>
              </a:rPr>
              <a:t>type of user</a:t>
            </a:r>
            <a:endParaRPr sz="1200" i="0" u="none" strike="noStrike" cap="none">
              <a:solidFill>
                <a:srgbClr val="57575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1370325" y="2628750"/>
            <a:ext cx="72732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i="0" u="none" strike="noStrike" cap="none">
                <a:solidFill>
                  <a:srgbClr val="575757"/>
                </a:solidFill>
                <a:latin typeface="Google Sans"/>
                <a:ea typeface="Google Sans"/>
                <a:cs typeface="Google Sans"/>
                <a:sym typeface="Google Sans"/>
              </a:rPr>
              <a:t>action</a:t>
            </a:r>
            <a:endParaRPr sz="1200" i="0" u="none" strike="noStrike" cap="none">
              <a:solidFill>
                <a:srgbClr val="57575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9" name="Google Shape;119;p26"/>
          <p:cNvSpPr txBox="1"/>
          <p:nvPr/>
        </p:nvSpPr>
        <p:spPr>
          <a:xfrm>
            <a:off x="1370400" y="3618775"/>
            <a:ext cx="72732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rtlCol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i="0" u="none" strike="noStrike" cap="none">
                <a:solidFill>
                  <a:srgbClr val="575757"/>
                </a:solidFill>
                <a:latin typeface="Google Sans"/>
                <a:ea typeface="Google Sans"/>
                <a:cs typeface="Google Sans"/>
                <a:sym typeface="Google Sans"/>
              </a:rPr>
              <a:t>benefit</a:t>
            </a:r>
            <a:endParaRPr sz="1200" i="0" u="none" strike="noStrike" cap="none">
              <a:solidFill>
                <a:srgbClr val="57575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8572800" y="3133775"/>
            <a:ext cx="1227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" sz="2400"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sz="2400" i="0" u="none" strike="noStrike" cap="none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21" name="Google Shape;121;p26"/>
          <p:cNvCxnSpPr/>
          <p:nvPr/>
        </p:nvCxnSpPr>
        <p:spPr>
          <a:xfrm>
            <a:off x="1370408" y="1713771"/>
            <a:ext cx="727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26"/>
          <p:cNvCxnSpPr/>
          <p:nvPr/>
        </p:nvCxnSpPr>
        <p:spPr>
          <a:xfrm>
            <a:off x="1370408" y="2628171"/>
            <a:ext cx="727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26"/>
          <p:cNvCxnSpPr/>
          <p:nvPr/>
        </p:nvCxnSpPr>
        <p:spPr>
          <a:xfrm>
            <a:off x="1370408" y="3618771"/>
            <a:ext cx="727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>
            <a:off x="1364425" y="13704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600"/>
              <a:buFont typeface="Google Sans"/>
              <a:buChar char="●"/>
              <a:defRPr sz="16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○"/>
              <a:defRPr>
                <a:solidFill>
                  <a:srgbClr val="1967D2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■"/>
              <a:defRPr>
                <a:solidFill>
                  <a:srgbClr val="1967D2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●"/>
              <a:defRPr>
                <a:solidFill>
                  <a:srgbClr val="1967D2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○"/>
              <a:defRPr>
                <a:solidFill>
                  <a:srgbClr val="1967D2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■"/>
              <a:defRPr>
                <a:solidFill>
                  <a:srgbClr val="1967D2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●"/>
              <a:defRPr>
                <a:solidFill>
                  <a:srgbClr val="1967D2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○"/>
              <a:defRPr>
                <a:solidFill>
                  <a:srgbClr val="1967D2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1967D2"/>
              </a:buClr>
              <a:buSzPts val="1400"/>
              <a:buChar char="■"/>
              <a:defRPr>
                <a:solidFill>
                  <a:srgbClr val="1967D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body" idx="2"/>
          </p:nvPr>
        </p:nvSpPr>
        <p:spPr>
          <a:xfrm>
            <a:off x="1364425" y="22848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600"/>
              <a:buFont typeface="Google Sans"/>
              <a:buChar char="●"/>
              <a:defRPr sz="16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○"/>
              <a:defRPr>
                <a:solidFill>
                  <a:srgbClr val="C5221F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■"/>
              <a:defRPr>
                <a:solidFill>
                  <a:srgbClr val="C5221F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●"/>
              <a:defRPr>
                <a:solidFill>
                  <a:srgbClr val="C5221F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○"/>
              <a:defRPr>
                <a:solidFill>
                  <a:srgbClr val="C5221F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■"/>
              <a:defRPr>
                <a:solidFill>
                  <a:srgbClr val="C5221F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●"/>
              <a:defRPr>
                <a:solidFill>
                  <a:srgbClr val="C5221F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○"/>
              <a:defRPr>
                <a:solidFill>
                  <a:srgbClr val="C5221F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Char char="■"/>
              <a:defRPr>
                <a:solidFill>
                  <a:srgbClr val="C5221F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3"/>
          </p:nvPr>
        </p:nvSpPr>
        <p:spPr>
          <a:xfrm>
            <a:off x="1364425" y="32754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600"/>
              <a:buFont typeface="Google Sans"/>
              <a:buChar char="●"/>
              <a:defRPr sz="16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○"/>
              <a:defRPr>
                <a:solidFill>
                  <a:srgbClr val="188038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■"/>
              <a:defRPr>
                <a:solidFill>
                  <a:srgbClr val="188038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●"/>
              <a:defRPr>
                <a:solidFill>
                  <a:srgbClr val="188038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○"/>
              <a:defRPr>
                <a:solidFill>
                  <a:srgbClr val="188038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■"/>
              <a:defRPr>
                <a:solidFill>
                  <a:srgbClr val="188038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●"/>
              <a:defRPr>
                <a:solidFill>
                  <a:srgbClr val="188038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○"/>
              <a:defRPr>
                <a:solidFill>
                  <a:srgbClr val="188038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Char char="■"/>
              <a:defRPr>
                <a:solidFill>
                  <a:srgbClr val="188038"/>
                </a:solidFill>
              </a:defRPr>
            </a:lvl9pPr>
          </a:lstStyle>
          <a:p>
            <a:pPr rtl="0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/>
        </p:nvSpPr>
        <p:spPr>
          <a:xfrm>
            <a:off x="168450" y="375325"/>
            <a:ext cx="8807100" cy="3992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body" idx="1"/>
          </p:nvPr>
        </p:nvSpPr>
        <p:spPr>
          <a:xfrm>
            <a:off x="1364425" y="13704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persona adulta, trabajadora, muy ocupada que no tiene tiempo para cocinar</a:t>
            </a:r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3"/>
          </p:nvPr>
        </p:nvSpPr>
        <p:spPr>
          <a:xfrm>
            <a:off x="1364425" y="32754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 dirty="0"/>
              <a:t>pasar menos tiempo planificando las comidas y dedicarle más a mis pasatiempos</a:t>
            </a:r>
            <a:endParaRPr sz="1400" dirty="0"/>
          </a:p>
        </p:txBody>
      </p:sp>
      <p:sp>
        <p:nvSpPr>
          <p:cNvPr id="134" name="Google Shape;134;p27"/>
          <p:cNvSpPr txBox="1">
            <a:spLocks noGrp="1"/>
          </p:cNvSpPr>
          <p:nvPr>
            <p:ph type="body" idx="2"/>
          </p:nvPr>
        </p:nvSpPr>
        <p:spPr>
          <a:xfrm>
            <a:off x="1364425" y="2284800"/>
            <a:ext cx="7273200" cy="332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 dirty="0"/>
              <a:t>elegir de manera rápida y fácil entre una variedad de opciones de comida saludable</a:t>
            </a:r>
            <a:endParaRPr sz="1400" dirty="0"/>
          </a:p>
        </p:txBody>
      </p:sp>
      <p:sp>
        <p:nvSpPr>
          <p:cNvPr id="135" name="Google Shape;135;p27"/>
          <p:cNvSpPr txBox="1"/>
          <p:nvPr/>
        </p:nvSpPr>
        <p:spPr>
          <a:xfrm>
            <a:off x="3918425" y="927550"/>
            <a:ext cx="97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Ying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14B4D8F-8550-D02F-352C-627A9992E2EA}"/>
              </a:ext>
            </a:extLst>
          </p:cNvPr>
          <p:cNvSpPr txBox="1"/>
          <p:nvPr/>
        </p:nvSpPr>
        <p:spPr>
          <a:xfrm>
            <a:off x="248653" y="2143073"/>
            <a:ext cx="858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Quiero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8E6906-7ED6-5796-CD4E-5320EC031783}"/>
              </a:ext>
            </a:extLst>
          </p:cNvPr>
          <p:cNvSpPr txBox="1"/>
          <p:nvPr/>
        </p:nvSpPr>
        <p:spPr>
          <a:xfrm>
            <a:off x="248653" y="3013790"/>
            <a:ext cx="1214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 modo 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</Words>
  <Application>Microsoft Office PowerPoint</Application>
  <PresentationFormat>Presentación en pantalla (16:9)</PresentationFormat>
  <Paragraphs>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Google Sans</vt:lpstr>
      <vt:lpstr>Arial</vt:lpstr>
      <vt:lpstr>Simple Light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rafael gaspar resendiz</cp:lastModifiedBy>
  <cp:revision>3</cp:revision>
  <dcterms:modified xsi:type="dcterms:W3CDTF">2022-08-28T00:13:01Z</dcterms:modified>
</cp:coreProperties>
</file>