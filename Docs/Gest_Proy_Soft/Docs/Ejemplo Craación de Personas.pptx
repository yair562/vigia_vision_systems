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303050204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es-ES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905" autoAdjust="0"/>
  </p:normalViewPr>
  <p:slideViewPr>
    <p:cSldViewPr snapToGrid="0">
      <p:cViewPr varScale="1">
        <p:scale>
          <a:sx n="156" d="100"/>
          <a:sy n="156" d="100"/>
        </p:scale>
        <p:origin x="189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rt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987b20b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c987b20b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rtl="0"/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 rtl="0"/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 rtl="0"/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 rtl="0"/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rtl="0"/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rtl="0"/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3850" y="271850"/>
            <a:ext cx="8916300" cy="4800000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6650" y="27623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 b="1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Mahalia</a:t>
            </a:r>
            <a:endParaRPr sz="1800" b="1" i="0" u="none" strike="noStrike" cap="non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50" y="33097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Edad: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Educación: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Ciudad natal: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Familia: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Ocupación: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79250" y="3309700"/>
            <a:ext cx="2582400" cy="12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Google Sans"/>
                <a:ea typeface="Google Sans"/>
                <a:cs typeface="Google Sans"/>
                <a:sym typeface="Google Sans"/>
              </a:rPr>
              <a:t>19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Google Sans"/>
                <a:ea typeface="Google Sans"/>
                <a:cs typeface="Google Sans"/>
                <a:sym typeface="Google Sans"/>
              </a:rPr>
              <a:t>Estudiante de arquitectura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Google Sans"/>
                <a:ea typeface="Google Sans"/>
                <a:cs typeface="Google Sans"/>
                <a:sym typeface="Google Sans"/>
              </a:rPr>
              <a:t>Jackson, Mississippi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Google Sans"/>
                <a:ea typeface="Google Sans"/>
                <a:cs typeface="Google Sans"/>
                <a:sym typeface="Google Sans"/>
              </a:rPr>
              <a:t>Padres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Google Sans"/>
                <a:ea typeface="Google Sans"/>
                <a:cs typeface="Google Sans"/>
                <a:sym typeface="Google Sans"/>
              </a:rPr>
              <a:t>Paseadora de perros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47025" y="461325"/>
            <a:ext cx="61023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i="1">
                <a:latin typeface="Google Sans"/>
                <a:ea typeface="Google Sans"/>
                <a:cs typeface="Google Sans"/>
                <a:sym typeface="Google Sans"/>
              </a:rPr>
              <a:t>“Comprar en línea es mi forma de escapar de las responsabilidades”.</a:t>
            </a:r>
            <a:endParaRPr sz="1200" i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94175" y="882400"/>
            <a:ext cx="2744700" cy="21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Objetivos</a:t>
            </a:r>
            <a:r>
              <a:rPr lang="es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s" sz="1200" dirty="0">
                <a:latin typeface="Google Sans"/>
                <a:ea typeface="Google Sans"/>
                <a:cs typeface="Google Sans"/>
                <a:sym typeface="Google Sans"/>
              </a:rPr>
              <a:t>Botones más grandes y mejor ubicación para que haya una navegación más accesible; </a:t>
            </a:r>
            <a:endParaRPr sz="12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s" sz="1200">
                <a:latin typeface="Google Sans"/>
                <a:ea typeface="Google Sans"/>
                <a:cs typeface="Google Sans"/>
                <a:sym typeface="Google Sans"/>
              </a:rPr>
              <a:t>Navegación y diseño menos desordenado para facilitar la navegación; y 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s" sz="1200" dirty="0">
                <a:latin typeface="Google Sans"/>
                <a:ea typeface="Google Sans"/>
                <a:cs typeface="Google Sans"/>
                <a:sym typeface="Google Sans"/>
              </a:rPr>
              <a:t>Tallas precisas e inclusivas para mejorar la confianza de compra. </a:t>
            </a:r>
            <a:endParaRPr sz="12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031375" y="882400"/>
            <a:ext cx="2898300" cy="21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 b="1" i="0" u="none" strike="noStrike" cap="non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Frustraciones</a:t>
            </a:r>
            <a:r>
              <a:rPr lang="es" sz="1800" b="1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</a:pPr>
            <a:r>
              <a:rPr lang="e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“Lucho con el tamaño y la ubicación de los botones”.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</a:pPr>
            <a:r>
              <a:rPr lang="e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“Los diseños y la navegación del sitio web de compras son complicados y confusos”.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</a:pPr>
            <a:r>
              <a:rPr lang="e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“Muchos sitios web publican ropa que no es del tamaño que dicen”.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061650" y="2964250"/>
            <a:ext cx="4787400" cy="18261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Mahalia tiene 19 años, estudia arquitectura, pasea perros a tiempo completo y vive con sus padres. Trabaja durante el día y estudia por la noche, y disfruta de buscar ropa en línea durante su tiempo libre para relajarse.</a:t>
            </a:r>
            <a:endParaRPr sz="105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 siente frustrada por su experiencia de compra en línea en sitios web móviles debido al tamaño de los botones y la navegación complicada. También se siente decepcionada porque, a veces, las tallas que aparecen en el sitio web no coinciden con la talla de la ropa que pide y luego recibe. </a:t>
            </a:r>
            <a:endParaRPr sz="105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t="22352" b="9331"/>
          <a:stretch/>
        </p:blipFill>
        <p:spPr>
          <a:xfrm>
            <a:off x="416312" y="556550"/>
            <a:ext cx="2218868" cy="212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215</Words>
  <Application>Microsoft Macintosh PowerPoint</Application>
  <PresentationFormat>On-screen Show (16:9)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Google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Mike Devlin</cp:lastModifiedBy>
  <cp:revision>2</cp:revision>
  <dcterms:modified xsi:type="dcterms:W3CDTF">2022-03-08T21:54:27Z</dcterms:modified>
</cp:coreProperties>
</file>